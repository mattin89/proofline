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32e1f6fd684350" /><Relationship Type="http://schemas.openxmlformats.org/officeDocument/2006/relationships/extended-properties" Target="/docProps/app.xml" Id="Re50128c54afc415e" /><Relationship Type="http://schemas.openxmlformats.org/officeDocument/2006/relationships/officeDocument" Target="/ppt/presentation.xml" Id="R03a855c37ebb48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65263381c74eed"/>
  </p:sldMasterIdLst>
  <p:notesMasterIdLst>
    <p:notesMasterId xmlns:r="http://schemas.openxmlformats.org/officeDocument/2006/relationships" r:id="Rd2c13727a928476c"/>
  </p:notesMasterIdLst>
  <p:sldIdLst>
    <p:sldId xmlns:r="http://schemas.openxmlformats.org/officeDocument/2006/relationships" id="256" r:id="R9079b17639ab4a0a"/>
    <p:sldId xmlns:r="http://schemas.openxmlformats.org/officeDocument/2006/relationships" id="257" r:id="R1592c9b7de4846f6"/>
    <p:sldId xmlns:r="http://schemas.openxmlformats.org/officeDocument/2006/relationships" id="258" r:id="Ra2aecda822314673"/>
    <p:sldId xmlns:r="http://schemas.openxmlformats.org/officeDocument/2006/relationships" id="259" r:id="R6ffbf8248a0c4c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bf626c33234fb7" /><Relationship Type="http://schemas.openxmlformats.org/officeDocument/2006/relationships/slideMaster" Target="/ppt/slideMasters/slideMaster1.xml" Id="R4065263381c74eed" /><Relationship Type="http://schemas.openxmlformats.org/officeDocument/2006/relationships/notesMaster" Target="/ppt/notesMasters/notesMaster1.xml" Id="Rd2c13727a928476c" /><Relationship Type="http://schemas.openxmlformats.org/officeDocument/2006/relationships/presProps" Target="/ppt/presProps.xml" Id="R9866893a8ed74832" /><Relationship Type="http://schemas.openxmlformats.org/officeDocument/2006/relationships/tableStyles" Target="/ppt/tableStyles.xml" Id="R047b2d76f65c4829" /><Relationship Type="http://schemas.openxmlformats.org/officeDocument/2006/relationships/slide" Target="/ppt/slides/slide1.xml" Id="R9079b17639ab4a0a" /><Relationship Type="http://schemas.openxmlformats.org/officeDocument/2006/relationships/slide" Target="/ppt/slides/slide2.xml" Id="R1592c9b7de4846f6" /><Relationship Type="http://schemas.openxmlformats.org/officeDocument/2006/relationships/slide" Target="/ppt/slides/slide3.xml" Id="Ra2aecda822314673" /><Relationship Type="http://schemas.openxmlformats.org/officeDocument/2006/relationships/slide" Target="/ppt/slides/slide4.xml" Id="R6ffbf8248a0c4c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205c34484d4a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1a2d2d41644fc9" /><Relationship Type="http://schemas.openxmlformats.org/officeDocument/2006/relationships/notesMaster" Target="/ppt/notesMasters/notesMaster1.xml" Id="R0361721a488142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63789e6ea64fa8" /><Relationship Type="http://schemas.openxmlformats.org/officeDocument/2006/relationships/notesMaster" Target="/ppt/notesMasters/notesMaster1.xml" Id="R8bb42da12e5f42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b819957b254706" /><Relationship Type="http://schemas.openxmlformats.org/officeDocument/2006/relationships/notesMaster" Target="/ppt/notesMasters/notesMaster1.xml" Id="R5ed4874035f940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707de405ee45ea" /><Relationship Type="http://schemas.openxmlformats.org/officeDocument/2006/relationships/notesMaster" Target="/ppt/notesMasters/notesMaster1.xml" Id="R27427179d99b47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 seconds — Open with the problem: startup screening is fast, but often opaque and hard to audit.</a:t>
            </a:r>
          </a:p>
          <a:p xmlns:a="http://schemas.openxmlformats.org/drawingml/2006/main">
            <a:r>
              <a:t>Proofline searches real startups and founders, builds a cited evidence trail, and keeps the score, uncertainty, and investment workflow visible.</a:t>
            </a:r>
          </a:p>
          <a:p xmlns:a="http://schemas.openxmlformats.org/drawingml/2006/main">
            <a:r>
              <a:t>Key phrase: evidence before conviction.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seconds — Walk left to right.</a:t>
            </a:r>
          </a:p>
          <a:p xmlns:a="http://schemas.openxmlformats.org/drawingml/2006/main">
            <a:r>
              <a:t>The browser sends bounded inputs to a loopback Node service. Provider keys stay server-side, and the service returns normalized, unreviewed evidence rather than an investment verdict.</a:t>
            </a:r>
          </a:p>
          <a:p xmlns:a="http://schemas.openxmlformats.org/drawingml/2006/main">
            <a:r>
              <a:t>Pure browser-side domain modules calculate the cited five-dimensional score; gaps, contradictions, and uncertainty remain explicit before any human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seconds — The application is deliberately small: framework-free browser modules and a Node core HTTP server.</a:t>
            </a:r>
          </a:p>
          <a:p xmlns:a="http://schemas.openxmlformats.org/drawingml/2006/main">
            <a:r>
              <a:t>Only Mammoth and pdf-parse are runtime dependencies. Full plan text stays local by default, API keys stay server-side, and explicit guards bound URLs, uploads, concurrency, rate, and provider use.</a:t>
            </a:r>
          </a:p>
          <a:p xmlns:a="http://schemas.openxmlformats.org/drawingml/2006/main">
            <a:r>
              <a:t>The evidence engine and policy engine are separate, testable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seconds — In the reviewed Emovo Care demo, nine public sources produce a 62.1 Opportunity score, 85.1 percent coverage, and plus-or-minus 18 uncertainty.</a:t>
            </a:r>
          </a:p>
          <a:p xmlns:a="http://schemas.openxmlformats.org/drawingml/2006/main">
            <a:r>
              <a:t>The fixed policy can mark a non-binding 100,000-dollar check eligible for human review, but Proofline never reserves or transfers funds and never sends outreach automatically.</a:t>
            </a:r>
          </a:p>
          <a:p xmlns:a="http://schemas.openxmlformats.org/drawingml/2006/main">
            <a:r>
              <a:t>Close: Proofline does not predict the future; it makes the evidence, uncertainty, and human decision path inspectable.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cdb90aa9444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73c4b18ebc4b6f" /><Relationship Type="http://schemas.openxmlformats.org/officeDocument/2006/relationships/slideLayout" Target="/ppt/slideLayouts/slideLayout1.xml" Id="R8c9a84677c1c47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9a84677c1c47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2357b858dd4c3d" /><Relationship Type="http://schemas.openxmlformats.org/officeDocument/2006/relationships/notesSlide" Target="/ppt/notesSlides/notesSlide1.xml" Id="R88b557b0594641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792c985434542" /><Relationship Type="http://schemas.openxmlformats.org/officeDocument/2006/relationships/notesSlide" Target="/ppt/notesSlides/notesSlide2.xml" Id="Rae96466cdf6f4a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a0f9abc944946" /><Relationship Type="http://schemas.openxmlformats.org/officeDocument/2006/relationships/notesSlide" Target="/ppt/notesSlides/notesSlide3.xml" Id="R591b3737168a4c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7114af00f4c3f" /><Relationship Type="http://schemas.openxmlformats.org/officeDocument/2006/relationships/notesSlide" Target="/ppt/notesSlides/notesSlide4.xml" Id="R843b93272e4c44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B356EBD-4F1D-4283-B536-DE9204D5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Proofline
</a:t>
            </a:r>
            <a:r>
              <a:rPr sz="5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before conviction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5D7A00F-819B-4752-9D0F-52DF386B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Real startup discovery, cited scoring, and human-gated checks.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C47830F-0E64-4AD6-B844-F3071258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VENTURE EVIDENCE, MADE INSPECTABLE</a:t>
            </a:r>
          </a:p>
        </p:txBody>
      </p:sp>
    </p:spTree>
    <p:extLst>
      <p:ext uri="{BB962C8B-B14F-4D97-AF65-F5344CB8AC3E}">
        <p14:creationId xmlns:p14="http://schemas.microsoft.com/office/powerpoint/2010/main" val="8183996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2DFCBDC-3252-4D14-939A-2157875F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044B960-6CE4-4482-9CD3-FD4AA3BB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From public signal to cited opportunity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7C514ED1-2C1E-418B-A24E-189CBE70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FA20B0C-8AFC-450F-92A1-22041897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A89440A-8581-4BFD-AEC1-3C082052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37052F45-0EB3-4C1D-8CAC-F52385A1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D0EDFA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92DEFA15-AD92-4C95-8D6B-EB19367A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Discover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with a thesis, selected trends, company links, GitHub signals, or an authorized business plan.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9BEB02AD-8736-452E-90FA-1F94E173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EF52B1AA-9CE3-4DFB-BD1C-349F4E5A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Validate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Tavily plus optional Exa, exact-name public datasets, and canonical URL merging. Missing evidence stays unknown.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F01713EA-C0A1-4D6B-96DB-6BB36072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311CEA2A-8ACD-42E4-A8F7-482AF783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Decide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cited dimensions, coverage, contradictions, and uncertainty. Human review alone unlocks policy and outreach.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A8044845-3581-4983-8B14-ECE3C92B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98EB1E10-3C8E-4693-BCFB-0AEAAFC5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INPUTS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D4611E57-70FC-4195-B80C-5BE7A377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HUMAN ACTION</a:t>
            </a:r>
          </a:p>
        </p:txBody>
      </p:sp>
    </p:spTree>
    <p:extLst>
      <p:ext uri="{BB962C8B-B14F-4D97-AF65-F5344CB8AC3E}">
        <p14:creationId xmlns:p14="http://schemas.microsoft.com/office/powerpoint/2010/main" val="5746383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72ABCAA-1033-4A12-AAB1-9E28F1B6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0D04984-FDF5-46E1-99D5-21C09675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small stack keeps the evidence boundary clear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F6AF14C7-7A2A-4BD7-B0CB-0FA01A10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BROWSER
</a:t>
            </a: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HTML + CSS + ES modules
Local state and deterministic scoring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6D7E8B56-8C60-4DA3-B36E-B92CE438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NODE
</a:t>
            </a: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HTTP server
Local PDF/DOCX parsing
SSRF, rate, and size guards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BCBD016C-9AB5-45F2-84F5-905DEF06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PROVIDERS
</a:t>
            </a: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Tavily, optional Exa, GitHub
GLEIF, trials, research, and public awards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99E92578-AE9C-4630-8C91-CBD6AB4F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64CBAFC5-5BD4-4004-AC2F-FC6002A0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AE2F3CFC-F61D-4760-BF94-6BC238FE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4471045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0F342817-E6D1-4985-80F7-8A8F9550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D0EDFA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B3FB22F2-A506-4748-A02F-812BB737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1C4982C-9EC7-490D-98F0-DECB34A3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D6DFD114-FE22-450A-8E7C-27AA5EC2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CA2340E-0183-4C62-9ED7-2CD3EC2F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Proofline proves the workflow—not the future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EC9803B-B14C-4B73-82AE-64F250D4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Opportunity score
±18 uncertainty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22EC598-7BAC-4FA9-8BF8-3681F885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Automated tests
0 failures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B3BEB0B2-EB54-448F-94B2-32326D8F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coverage
15 of 16 criteria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E5BC4768-C44C-4821-9474-BA49F1E4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62.1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E22A60E-02D5-4BA5-BF6C-8CF8FD4A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85.1%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DA9047B-6F17-4B90-A0F4-4991B640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216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7076965-DB41-42F0-B137-32068F32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DETERMINISTIC REAL-DATA DEMO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Emovo Care demonstrates a reviewed, replayable evidence path. The score ranks evidence; it is not a success probability, valuation, or revenue forecast.</a:t>
            </a:r>
          </a:p>
        </p:txBody>
      </p:sp>
    </p:spTree>
    <p:extLst>
      <p:ext uri="{BB962C8B-B14F-4D97-AF65-F5344CB8AC3E}">
        <p14:creationId xmlns:p14="http://schemas.microsoft.com/office/powerpoint/2010/main" val="18035790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2026-07-19T12:53:47.7340000Z</dcterms:created>
  <dcterms:modified xsi:type="dcterms:W3CDTF">2026-07-19T12:53:47.7340000Z</dcterms:modified>
</coreProperties>
</file>